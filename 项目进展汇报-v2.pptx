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智能校园自习室预约管理平台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090B0"/>
                </a:solidFill>
              </a:defRPr>
            </a:pPr>
            <a:r>
              <a:t>Smart Campus Study Room Reservation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B5F6"/>
                </a:solidFill>
              </a:defRPr>
            </a:pPr>
            <a:r>
              <a:t>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C0"/>
                </a:solidFill>
              </a:defRPr>
            </a:pPr>
            <a:r>
              <a:rPr lang="en-US" altLang="zh-CN" dirty="0"/>
              <a:t>5zd</a:t>
            </a:r>
            <a:r>
              <a:rPr dirty="0"/>
              <a:t>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高校自习室普遍存在占座现象严重、空位信息不透明</a:t>
            </a:r>
            <a:br/>
            <a:r>
              <a:t>学生常常花费大量时间寻找空座位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651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开发一套覆盖全校区的智能自习室预约管理系统</a:t>
            </a:r>
            <a:br/>
            <a:r>
              <a:t>实现在线选座、限时预约、超时释放等功能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</a:defRPr>
            </a:pPr>
            <a: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图书馆自习室、教学楼自习房间</a:t>
            </a:r>
            <a:br/>
            <a:r>
              <a:t>支持多校区、多楼栋、多楼层管理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数据库设计（8张表）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user - 用户表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campus - 校区表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building - 楼栋表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46304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1737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floor - 楼层表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room - 自习室表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seat - 座位表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reservation - 预约表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3474720"/>
            <a:ext cx="2560320" cy="16459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blacklist - 黑名单表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后端完成功能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用户认证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登录 / 注册 / 退出</a:t>
            </a:r>
            <a:br/>
            <a:r>
              <a:t>Session 会话管理</a:t>
            </a:r>
            <a:br/>
            <a:r>
              <a:t>MD5 密码加密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自习室管理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校区/楼栋/楼层 CRUD</a:t>
            </a:r>
            <a:br/>
            <a:r>
              <a:t>自习室添加/编辑/删除</a:t>
            </a:r>
            <a:br/>
            <a:r>
              <a:t>座位自动生成（行×列）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预约系统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在线选座预约</a:t>
            </a:r>
            <a:br/>
            <a:r>
              <a:t>30分钟内签到</a:t>
            </a:r>
            <a:br/>
            <a:r>
              <a:t>超时自动释放</a:t>
            </a:r>
            <a:br/>
            <a:r>
              <a:t>手动释放座位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49039"/>
            <a:ext cx="530352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54F"/>
                </a:solidFill>
              </a:defRPr>
            </a:pPr>
            <a:r>
              <a:t>辅助功能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黑名单机制</a:t>
            </a:r>
            <a:br/>
            <a:r>
              <a:t>数据看板 (ECharts)</a:t>
            </a:r>
            <a:br/>
            <a:r>
              <a:t>接口文档 (Knife4j)</a:t>
            </a:r>
            <a:br/>
            <a:r>
              <a:t>管理员创建账号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B5F6"/>
                </a:solidFill>
              </a:defRPr>
            </a:pPr>
            <a:r>
              <a:t>前端完成页面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B5F6"/>
                </a:solidFill>
              </a:defRPr>
            </a:pPr>
            <a:r>
              <a:t>管理端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登录页 · 数据看板</a:t>
            </a:r>
            <a:br/>
            <a:r>
              <a:t>校区管理 · 楼栋管理</a:t>
            </a:r>
            <a:br/>
            <a:r>
              <a:t>楼层管理 · 自习室管理</a:t>
            </a:r>
            <a:br/>
            <a:r>
              <a:t>座位管理 · 数据报表</a:t>
            </a:r>
            <a:br/>
            <a:r>
              <a:t>管理员账号管理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303520" cy="32004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B5F6"/>
                </a:solidFill>
              </a:defRPr>
            </a:pPr>
            <a:r>
              <a:t>学生端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DD"/>
                </a:solidFill>
              </a:defRPr>
            </a:pPr>
            <a:r>
              <a:t>登录/注册页</a:t>
            </a:r>
            <a:br/>
            <a:r>
              <a:t>自习室列表（按校区筛选）</a:t>
            </a:r>
            <a:br/>
            <a:r>
              <a:t>座位选择（网格视图）</a:t>
            </a:r>
            <a:br/>
            <a:r>
              <a:t>我的预约（签到/取消/释放）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1C784"/>
                </a:solidFill>
              </a:defRPr>
            </a:pPr>
            <a:r>
              <a:t>已完成核心功能开发，前后端联调通过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谢谢聊听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B5F6"/>
                </a:solidFill>
              </a:defRPr>
            </a:pPr>
            <a:r>
              <a:t>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0B0"/>
                </a:solidFill>
              </a:defRPr>
            </a:pPr>
            <a:r>
              <a:t>智能校园自习室预约管理平台  |  项目进展汇报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宽屏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郎意 朱</cp:lastModifiedBy>
  <cp:revision>3</cp:revision>
  <dcterms:created xsi:type="dcterms:W3CDTF">2013-01-27T09:14:16Z</dcterms:created>
  <dcterms:modified xsi:type="dcterms:W3CDTF">2026-07-09T15:32:33Z</dcterms:modified>
  <cp:category/>
</cp:coreProperties>
</file>