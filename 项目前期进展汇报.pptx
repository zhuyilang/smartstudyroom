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智能校园自习室预约管理平台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  <a:latin typeface="Microsoft YaHei"/>
              </a:defRPr>
            </a:pPr>
            <a:r>
              <a:t>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rPr dirty="0"/>
              <a:t>2026年7月</a:t>
            </a:r>
            <a:r>
              <a:rPr lang="en-US" altLang="zh-CN" dirty="0"/>
              <a:t>3</a:t>
            </a:r>
            <a:r>
              <a:rPr dirty="0"/>
              <a:t>日  |  第1周进展  </a:t>
            </a:r>
            <a:r>
              <a:t>|  </a:t>
            </a:r>
            <a:r>
              <a:rPr lang="en-US" altLang="zh-CN"/>
              <a:t>5zd</a:t>
            </a:r>
            <a:r>
              <a:t>小组汇报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解决高校自习室占座、空位不明痛点，实现全校区自习室在线选座、限时预约、超时释放座位。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0116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20116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9E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自习室管理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楼栋/楼层/房间/座位录入与维护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200400"/>
            <a:ext cx="20116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0" y="3200400"/>
            <a:ext cx="20116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9E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学生预约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97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按校区筛选、选座、限时预约、次数限制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200400"/>
            <a:ext cx="20116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3200400"/>
            <a:ext cx="20116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9E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座位管控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297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超时释放、取消预约、黑名单机制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200400"/>
            <a:ext cx="20116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3200400"/>
            <a:ext cx="20116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9E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实时看板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97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座位热力图、空闲/占用可视化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200400"/>
            <a:ext cx="20116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09760" y="3200400"/>
            <a:ext cx="20116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9E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数据报表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297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使用率统计、热门时段分析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已完成工作（第1周）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后端完成项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Spring Boot 2.7 项目搭建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MyBatis-Plus + MySQL 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  Knife4j </a:t>
            </a:r>
            <a:r>
              <a:rPr dirty="0" err="1"/>
              <a:t>接口文档配置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统一返回体 Result 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全局异常处理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MD5 密码加密工具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登录/注册接口（完整）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登录拦截器 + 跨域配置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99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定时任务骨架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数据库建表脚本（8张表）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启动时自动建库建表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03520" cy="2743200"/>
          </a:xfrm>
          <a:prstGeom prst="rect">
            <a:avLst/>
          </a:prstGeom>
          <a:solidFill>
            <a:srgbClr val="F0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前端完成项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Vue 3 + Vite 项目搭建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67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Element Plus UI 组件引入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23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Axios 封装 + 响应拦截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79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Vue Router 路由配置与守卫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35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Pinia 状态管理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所有页面骨架已生成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89120"/>
            <a:ext cx="5303520" cy="10972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389120"/>
            <a:ext cx="53035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文档完成项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项目开发指南.html  |  环境配置说明.docx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A (组长)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项目架构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登录认证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定时任务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Git管理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3474720" cy="23774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73152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自习室CRUD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楼栋/楼层/座位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数据报表接口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3774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3152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预约核心逻辑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签到/取消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黑名单/看板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73152" cy="2377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管理端页面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热力图可视化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联调对接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347472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73152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学生端页面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选座/预约/签到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前端交互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73152" cy="2377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8C8D"/>
                </a:solidFill>
                <a:latin typeface="Microsoft YaHei"/>
              </a:defRPr>
            </a:pPr>
            <a: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文档编写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接口测试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协助补位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待完成工作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B - 自习室管理接口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Campus/Building/Floor/Room/Seat 全套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C - 预约模块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预约/签到/取消/黑名单全流程逻辑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23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D - 管理端页面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各管理页面具体内容填充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E - 学生端页面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自习室列表/选座/预约页面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补全定时任务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超时释放座位的SQL逻辑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全链路联调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前后端对接测试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最终部署与演示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开发时间线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78308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34440" y="2103120"/>
            <a:ext cx="36576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第1周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基础设施搭建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项目骨架、登录认证、数据库、前端框架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691640"/>
            <a:ext cx="13716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337560"/>
            <a:ext cx="320040" cy="3200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34440" y="3657600"/>
            <a:ext cx="36576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9EFF"/>
                </a:solidFill>
                <a:latin typeface="Microsoft YaHei"/>
              </a:defRPr>
            </a:pPr>
            <a:r>
              <a:t>第2周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核心功能开发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自习室CRUD、预约/签到、前端页面填充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3246120"/>
            <a:ext cx="1371600" cy="3657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89204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第3周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高级功能+收尾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热力图看板、数据报表、联调测试、部署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4800600"/>
            <a:ext cx="1371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待开始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554480"/>
            <a:ext cx="22860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219456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12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本周末前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Microsoft YaHei"/>
              </a:defRPr>
            </a:pPr>
            <a:r>
              <a:rPr dirty="0"/>
              <a:t>B </a:t>
            </a:r>
            <a:r>
              <a:rPr dirty="0" err="1"/>
              <a:t>完成自习室</a:t>
            </a:r>
            <a:r>
              <a:rPr dirty="0"/>
              <a:t> CRUD </a:t>
            </a:r>
            <a:r>
              <a:rPr dirty="0" err="1"/>
              <a:t>接口，C</a:t>
            </a:r>
            <a:r>
              <a:rPr dirty="0"/>
              <a:t> </a:t>
            </a:r>
            <a:r>
              <a:rPr dirty="0" err="1"/>
              <a:t>完成预约接口框架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1371600" y="329184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下周前半段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Microsoft YaHei"/>
              </a:defRPr>
            </a:pPr>
            <a:r>
              <a:t>D 完成管理端页面，E 完成自习室列表和选座页面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38912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07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下周后半段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Microsoft YaHei"/>
              </a:defRPr>
            </a:pPr>
            <a:r>
              <a:t>完成签到、超时释放、黑名单逻辑，前后端联调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4864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504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第3周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Microsoft YaHei"/>
              </a:defRPr>
            </a:pPr>
            <a:r>
              <a:t>看板热力图、数据报表、全面测试、部署上线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  <a:latin typeface="Microsoft YaHei"/>
              </a:defRPr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325</Words>
  <Application>Microsoft Office PowerPoint</Application>
  <PresentationFormat>宽屏</PresentationFormat>
  <Paragraphs>121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郎意 朱</cp:lastModifiedBy>
  <cp:revision>2</cp:revision>
  <dcterms:created xsi:type="dcterms:W3CDTF">2013-01-27T09:14:16Z</dcterms:created>
  <dcterms:modified xsi:type="dcterms:W3CDTF">2026-07-02T07:34:37Z</dcterms:modified>
  <cp:category/>
</cp:coreProperties>
</file>